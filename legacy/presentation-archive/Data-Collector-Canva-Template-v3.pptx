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41C32"/>
            </a:gs>
          </a:gsLst>
          <a:lin scaled="0" ang="12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85800"/>
            <a:ext cx="6583680" cy="54864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4A84B"/>
                </a:solidFill>
              </a:defRPr>
            </a:pPr>
            <a:r>
              <a:t>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E8EAED"/>
                </a:solidFill>
              </a:defRPr>
            </a:pPr>
            <a:r>
              <a:t>Data Collector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14600"/>
            <a:ext cx="219456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5852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Платформа сбора полевых данных</a:t>
            </a:r>
            <a:br/>
            <a:r>
              <a:t>Один бэкенд · мобильное приложение · конфиг без релиза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685800"/>
            <a:ext cx="4251960" cy="25603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914400"/>
            <a:ext cx="3886200" cy="475488"/>
          </a:xfrm>
          <a:prstGeom prst="roundRect">
            <a:avLst/>
          </a:prstGeom>
          <a:solidFill>
            <a:srgbClr val="3D3420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Staff Admin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конфиг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32620.0" y="1408176"/>
            <a:ext cx="0.0" cy="310896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89520" y="1737360"/>
            <a:ext cx="3886200" cy="4754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Django Server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API + хранилище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32620.0" y="2231136"/>
            <a:ext cx="0.0" cy="310896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2560320"/>
            <a:ext cx="3886200" cy="475488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Flutter App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сбор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32620.0" y="3054096"/>
            <a:ext cx="0.0" cy="310896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0" y="3383280"/>
            <a:ext cx="3886200" cy="475488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Admin UI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пакеты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26930.0" y="2798064.0"/>
            <a:ext cx="1165860.0" cy="0.0"/>
          </a:xfrm>
          <a:prstGeom prst="line">
            <a:avLst/>
          </a:prstGeom>
          <a:ln w="25400">
            <a:solidFill>
              <a:srgbClr val="9B7E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3383280"/>
            <a:ext cx="4251960" cy="2788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0" y="3474720"/>
            <a:ext cx="4069080" cy="260604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hero — админка + телефон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52760" y="3456432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Зачем это нужно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От хаоса в поле — к структурированным данным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37944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78308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каждый сценарий сбора = новая форма в коде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41448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38658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фото и метаданные теряются в мессенджерах и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044952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990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нет единого места «что собрали» и «что дальше»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39896"/>
            <a:ext cx="45720" cy="585216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85032"/>
            <a:ext cx="5596128" cy="694944"/>
          </a:xfrm>
          <a:prstGeom prst="roundRect">
            <a:avLst/>
          </a:prstGeom>
          <a:solidFill>
            <a:srgbClr val="142822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DCC85"/>
                </a:solidFill>
              </a:defRPr>
            </a:pPr>
            <a:r>
              <a:t>Решение: конфиг → UI в приложении → пакет на сервер → просмотр в админке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до / после — хаос vs список пакетов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Из чего состоит продукт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Одна платформа — N проектов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" y="196596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74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Staff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3055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Epoch8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6596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конфиг · Git · пользователи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3464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" y="301752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260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Client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821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Заказчик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1752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просмотр пакетов · viz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406908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776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Flutter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336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Сборщик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6908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сбор · офлайн · upload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3776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" y="512064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Django +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2852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Платформа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4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API · БД · медиа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84264" y="1124712"/>
            <a:ext cx="1508760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Flutter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124712"/>
            <a:ext cx="1508760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Staff Admin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57816" y="1124712"/>
            <a:ext cx="1508760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Client Admin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84264" y="1911096"/>
            <a:ext cx="4782312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django_server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75420.0" y="1655064"/>
            <a:ext cx="0.0" cy="256032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84264" y="2697480"/>
            <a:ext cx="4782312" cy="530352"/>
          </a:xfrm>
          <a:prstGeom prst="roundRect">
            <a:avLst/>
          </a:prstGeom>
          <a:solidFill>
            <a:srgbClr val="1A3329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DB + медиа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пакеты всех проектов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75420.0" y="2441448"/>
            <a:ext cx="0.0" cy="256032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84264" y="3483864"/>
            <a:ext cx="4782312" cy="2697480"/>
          </a:xfrm>
          <a:prstGeom prst="roundRect">
            <a:avLst/>
          </a:prstGeom>
          <a:solidFill>
            <a:srgbClr val="1E2433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Проект × N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Git: config.json · viz.json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75420.0" y="3227832"/>
            <a:ext cx="0.0" cy="256032"/>
          </a:xfrm>
          <a:prstGeom prst="line">
            <a:avLst/>
          </a:prstGeom>
          <a:ln w="25400">
            <a:solidFill>
              <a:srgbClr val="8BC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Путь данных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5 шагов от настройки до просмотра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65960"/>
            <a:ext cx="11018520" cy="3977639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①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Конфиг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7091.2" y="3954779.5"/>
            <a:ext cx="109728.0" cy="0.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96819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②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Синк в МП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61534.4" y="3954779.5"/>
            <a:ext cx="109728.0" cy="0.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1262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③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Сбор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5977.600000001" y="3954779.5"/>
            <a:ext cx="109728.0" cy="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45705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④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Upload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10420.8" y="3954779.5"/>
            <a:ext cx="109728.0" cy="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20148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⑤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Админка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80760"/>
            <a:ext cx="11018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Один конфиг → тот же сценарий в мобилке → пакет той же структуры в админке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= сценарий без кода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JSON в Git описывает сбор и просмотр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3794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78308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fields — какие поля собираем (текст, фото, дата…)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41448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38658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flow — порядок экранов в мобилке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04495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990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viz.json — как показывать пакет в админке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39896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8503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Новый сценарий = правка JSON, не релиз приложения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783080"/>
            <a:ext cx="5074920" cy="201168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84264" y="1984248"/>
            <a:ext cx="1520952" cy="65836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fields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что собираем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05216.0" y="2313432.0"/>
            <a:ext cx="109728.0" cy="0.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14944" y="1984248"/>
            <a:ext cx="1520952" cy="65836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flow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порядок экранов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35896.0" y="2313432.0"/>
            <a:ext cx="109728.0" cy="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45624" y="1984248"/>
            <a:ext cx="1520952" cy="65836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package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результат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2752344"/>
            <a:ext cx="4782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JSON в Git → UI в приложении → те же поля в админке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977639"/>
            <a:ext cx="5074920" cy="23317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29400" y="4069079"/>
            <a:ext cx="4892040" cy="214884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JSON-редактор (опционально)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4050791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84B"/>
                </a:solidFill>
              </a:defRPr>
            </a:pPr>
            <a:r>
              <a:t>STEP 01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Админ настраивает проект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Создаёт проект и привязывает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Редактирует config.json: fields +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Назначает сборщиков на проект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Сохраняет → commit + 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проекты · JSON-редактор · пользователи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STEP 02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в приложении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Сборщик логинится и видит свои проекты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Приложение скачивает config с сервера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Кэширует локально — работает офлайн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Разные конфиги → разный UI в одном 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список проектов · форма · камера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B7ED0"/>
                </a:solidFill>
              </a:defRPr>
            </a:pPr>
            <a:r>
              <a:t>STEP 03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Сборщик сдаёт пакет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Проходит сценарий по config.flow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Пакет = поля + фото + манифест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Черновик сохраняется локально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Upload на сервер при появлении сети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форма · review · статус загрузки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STEP 04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Пакет принят на сервер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После upload пакет появляется в админке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Привязан к project_id и config версии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Манифест + blobs хранятся на сервере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Готов к просмотру и анализу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809" y="1143000"/>
            <a:ext cx="3373221" cy="62179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/ui/packages/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список принятых пакетов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7416" y="2057400"/>
            <a:ext cx="1545336" cy="384048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1">
                <a:solidFill>
                  <a:srgbClr val="E8EAED"/>
                </a:solidFill>
              </a:defRPr>
            </a:pPr>
            <a:r>
              <a:t>проект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8472" y="2057400"/>
            <a:ext cx="1545336" cy="384048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1">
                <a:solidFill>
                  <a:srgbClr val="E8EAED"/>
                </a:solidFill>
              </a:defRPr>
            </a:pPr>
            <a:r>
              <a:t>статус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39528" y="2057400"/>
            <a:ext cx="1545336" cy="384048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1">
                <a:solidFill>
                  <a:srgbClr val="E8EAED"/>
                </a:solidFill>
              </a:defRPr>
            </a:pPr>
            <a:r>
              <a:t>поиск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75420.0" y="1764792"/>
            <a:ext cx="0.0" cy="292608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47864" y="2587752"/>
            <a:ext cx="3855110" cy="566928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Package Workspace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один пакет · все данные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75420.0" y="2441448"/>
            <a:ext cx="0.0" cy="146304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65976" y="3410712"/>
            <a:ext cx="1143000" cy="27889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Данные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91272" y="3410712"/>
            <a:ext cx="1143000" cy="27889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Медиа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16568" y="3410712"/>
            <a:ext cx="1143000" cy="27889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Viz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41864" y="3410712"/>
            <a:ext cx="1143000" cy="27889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История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75420.0" y="3154680"/>
            <a:ext cx="0.0" cy="256032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STEP 04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Просмотр принятых пакетов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Админка: список → фильтр → workspace пакета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29383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1874519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Список /ui/packages/ — все принятые пакеты проекта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32887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2478023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Фильтры: проект, статус, поиск по полям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36391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3081527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Workspace: данные · медиа · viz · история правок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739895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" y="3685031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UI строится из тех же fields, что и при сборе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960120"/>
            <a:ext cx="5486400" cy="32461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84771" y="1143000"/>
            <a:ext cx="3661257" cy="62179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/ui/packages/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список принятых пакетов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6" y="2057400"/>
            <a:ext cx="1682496" cy="384048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1">
                <a:solidFill>
                  <a:srgbClr val="E8EAED"/>
                </a:solidFill>
              </a:defRPr>
            </a:pPr>
            <a:r>
              <a:t>проект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2057400"/>
            <a:ext cx="1682496" cy="384048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1">
                <a:solidFill>
                  <a:srgbClr val="E8EAED"/>
                </a:solidFill>
              </a:defRPr>
            </a:pPr>
            <a:r>
              <a:t>статус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48088" y="2057400"/>
            <a:ext cx="1682496" cy="384048"/>
          </a:xfrm>
          <a:prstGeom prst="roundRect">
            <a:avLst/>
          </a:prstGeom>
          <a:solidFill>
            <a:srgbClr val="141A26"/>
          </a:solidFill>
          <a:ln w="1905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1">
                <a:solidFill>
                  <a:srgbClr val="E8EAED"/>
                </a:solidFill>
              </a:defRPr>
            </a:pPr>
            <a:r>
              <a:t>поиск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15400.0" y="1764792"/>
            <a:ext cx="0.0" cy="292608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23252" y="2587752"/>
            <a:ext cx="4184294" cy="566928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Package Workspace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один пакет · все данные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15400.0" y="2441448"/>
            <a:ext cx="0.0" cy="146304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00216" y="3410712"/>
            <a:ext cx="1245870" cy="68580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Данные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8382" y="3410712"/>
            <a:ext cx="1245870" cy="68580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Медиа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6548" y="3410712"/>
            <a:ext cx="1245870" cy="68580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Viz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4714" y="3410712"/>
            <a:ext cx="1245870" cy="68580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История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15400.0" y="3154680"/>
            <a:ext cx="0.0" cy="256032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2200" y="4343400"/>
            <a:ext cx="2651760" cy="196596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4434840"/>
            <a:ext cx="2468880" cy="178308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список пакетов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4416552"/>
            <a:ext cx="914400" cy="219456"/>
          </a:xfrm>
          <a:prstGeom prst="round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343400"/>
            <a:ext cx="2651760" cy="196596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98280" y="4434840"/>
            <a:ext cx="2468880" cy="178308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workspace · вкладки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52760" y="4416552"/>
            <a:ext cx="914400" cy="219456"/>
          </a:xfrm>
          <a:prstGeom prst="round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E1828"/>
            </a:gs>
            <a:gs pos="100000">
              <a:srgbClr val="0A0E18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8EAED"/>
                </a:solidFill>
              </a:defRPr>
            </a:pPr>
            <a:r>
              <a:t>Data Collector в одном предложении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2316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Админ описывает сценарий в JSON → приложение проводит сборщика по шагам → пакет с медиа попадает в админку → команда видит данные без ручной склейки.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572000"/>
            <a:ext cx="5760720" cy="502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Опишите поля и flow — соберём demo под ваш кейс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