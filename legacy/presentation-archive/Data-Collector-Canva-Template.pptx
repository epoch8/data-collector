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E8EAED"/>
                </a:solidFill>
              </a:defRPr>
            </a:pPr>
            <a:r>
              <a:t>Data Collector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</a:defRPr>
            </a:pPr>
            <a:r>
              <a:t>Платформа сбора полевых данных</a:t>
            </a:r>
            <a:br/>
            <a:r>
              <a:t>Один бэкенд · мобильное приложение · конфигурируемые сценарии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4114800"/>
            <a:ext cx="3840480" cy="2103120"/>
          </a:xfrm>
          <a:prstGeom prst="rect">
            <a:avLst/>
          </a:prstGeom>
          <a:solidFill>
            <a:srgbClr val="252A3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[ МЕДИА: hero — админка + телефон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4A84B"/>
                </a:solidFill>
              </a:defRPr>
            </a:pPr>
            <a:r>
              <a:t>Epoch8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E8EAED"/>
                </a:solidFill>
              </a:defRPr>
            </a:pPr>
            <a:r>
              <a:t>Зачем это нужно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Проблема: каждый новый сценарий сбора = новая форма в коде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Проблема: фото и метаданные теряются в мессенджерах и Excel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Проблема: нет единого места «что собрали» и «что дальше»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Решение: JSON-конфиг → UI в приложении → пакет на сервер → просмотр в админке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051560"/>
            <a:ext cx="4754880" cy="5029200"/>
          </a:xfrm>
          <a:prstGeom prst="rect">
            <a:avLst/>
          </a:prstGeom>
          <a:solidFill>
            <a:srgbClr val="252A3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[ МЕДИА: до/после — хаос vs список пакетов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Data Collector ·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E8EAED"/>
                </a:solidFill>
              </a:defRPr>
            </a:pPr>
            <a:r>
              <a:t>Из чего состоит продукт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6858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5B8DEF"/>
                          </a:solidFill>
                        </a:defRPr>
                      </a:pPr>
                      <a:r>
                        <a:t>Компонент</a:t>
                      </a:r>
                    </a:p>
                  </a:txBody>
                  <a:tcPr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5B8DEF"/>
                          </a:solidFill>
                        </a:defRPr>
                      </a:pPr>
                      <a:r>
                        <a:t>Для кого</a:t>
                      </a:r>
                    </a:p>
                  </a:txBody>
                  <a:tcPr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5B8DEF"/>
                          </a:solidFill>
                        </a:defRPr>
                      </a:pPr>
                      <a:r>
                        <a:t>Что делает</a:t>
                      </a:r>
                    </a:p>
                  </a:txBody>
                  <a:tcPr>
                    <a:solidFill>
                      <a:srgbClr val="1E2A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AED"/>
                          </a:solidFill>
                        </a:defRPr>
                      </a:pPr>
                      <a:r>
                        <a:t>Staff Admin (Django)</a:t>
                      </a:r>
                    </a:p>
                  </a:txBody>
                  <a:tcPr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AED"/>
                          </a:solidFill>
                        </a:defRPr>
                      </a:pPr>
                      <a:r>
                        <a:t>Epoch8 / админ проекта</a:t>
                      </a:r>
                    </a:p>
                  </a:txBody>
                  <a:tcPr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AED"/>
                          </a:solidFill>
                        </a:defRPr>
                      </a:pPr>
                      <a:r>
                        <a:t>Проекты, конфиги, пользователи, пакеты</a:t>
                      </a:r>
                    </a:p>
                  </a:txBody>
                  <a:tcPr>
                    <a:solidFill>
                      <a:srgbClr val="12121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AED"/>
                          </a:solidFill>
                        </a:defRPr>
                      </a:pPr>
                      <a:r>
                        <a:t>Client Admin</a:t>
                      </a:r>
                    </a:p>
                  </a:txBody>
                  <a:tcPr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AED"/>
                          </a:solidFill>
                        </a:defRPr>
                      </a:pPr>
                      <a:r>
                        <a:t>Заказчик / аналитик</a:t>
                      </a:r>
                    </a:p>
                  </a:txBody>
                  <a:tcPr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AED"/>
                          </a:solidFill>
                        </a:defRPr>
                      </a:pPr>
                      <a:r>
                        <a:t>Просмотр пакетов, визуализации</a:t>
                      </a:r>
                    </a:p>
                  </a:txBody>
                  <a:tcPr>
                    <a:solidFill>
                      <a:srgbClr val="1E2A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AED"/>
                          </a:solidFill>
                        </a:defRPr>
                      </a:pPr>
                      <a:r>
                        <a:t>Мобильное приложение</a:t>
                      </a:r>
                    </a:p>
                  </a:txBody>
                  <a:tcPr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AED"/>
                          </a:solidFill>
                        </a:defRPr>
                      </a:pPr>
                      <a:r>
                        <a:t>Сборщик в поле</a:t>
                      </a:r>
                    </a:p>
                  </a:txBody>
                  <a:tcPr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AED"/>
                          </a:solidFill>
                        </a:defRPr>
                      </a:pPr>
                      <a:r>
                        <a:t>Сбор по сценарию, офлайн, загрузка</a:t>
                      </a:r>
                    </a:p>
                  </a:txBody>
                  <a:tcPr>
                    <a:solidFill>
                      <a:srgbClr val="12121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AED"/>
                          </a:solidFill>
                        </a:defRPr>
                      </a:pPr>
                      <a:r>
                        <a:t>API + хранилище</a:t>
                      </a:r>
                    </a:p>
                  </a:txBody>
                  <a:tcPr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AED"/>
                          </a:solidFill>
                        </a:defRPr>
                      </a:pPr>
                      <a:r>
                        <a:t>Вся платформа</a:t>
                      </a:r>
                    </a:p>
                  </a:txBody>
                  <a:tcPr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AED"/>
                          </a:solidFill>
                        </a:defRPr>
                      </a:pPr>
                      <a:r>
                        <a:t>Синк конфигов, приём пакетов, медиа</a:t>
                      </a:r>
                    </a:p>
                  </a:txBody>
                  <a:tcPr>
                    <a:solidFill>
                      <a:srgbClr val="1E2A3D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589520" y="1097280"/>
            <a:ext cx="4114800" cy="4937760"/>
          </a:xfrm>
          <a:prstGeom prst="rect">
            <a:avLst/>
          </a:prstGeom>
          <a:solidFill>
            <a:srgbClr val="252A3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[ МЕДИА: схема 11-stack (упрощённая)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0644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DCC85"/>
                </a:solidFill>
              </a:defRPr>
            </a:pPr>
            <a:r>
              <a:t>Ключевая идея: одна платформа — N проектов, у каждого свой конфиг в Git.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Data Collector · Epoch8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E8EAED"/>
                </a:solidFill>
              </a:defRPr>
            </a:pPr>
            <a:r>
              <a:t>Путь данных: от настройки до просмотра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6217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E8EAED"/>
                </a:solidFill>
              </a:defRPr>
            </a:pPr>
            <a:r>
              <a:t>① Админ публикует конфиг</a:t>
            </a:r>
            <a:br/>
            <a:r>
              <a:t>        ↓</a:t>
            </a:r>
            <a:br/>
            <a:r>
              <a:t>② МП синхронизирует сценарий</a:t>
            </a:r>
            <a:br/>
            <a:r>
              <a:t>        ↓</a:t>
            </a:r>
            <a:br/>
            <a:r>
              <a:t>③ Сборщик проходит шаги → формирует пакет</a:t>
            </a:r>
            <a:br/>
            <a:r>
              <a:t>        ↓</a:t>
            </a:r>
            <a:br/>
            <a:r>
              <a:t>④ Пакет загружается на сервер</a:t>
            </a:r>
            <a:br/>
            <a:r>
              <a:t>        ↓</a:t>
            </a:r>
            <a:br/>
            <a:r>
              <a:t>⑤ Админка показывает данные, фото, ML-результаты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051560"/>
            <a:ext cx="4754880" cy="5029200"/>
          </a:xfrm>
          <a:prstGeom prst="rect">
            <a:avLst/>
          </a:prstGeom>
          <a:solidFill>
            <a:srgbClr val="252A3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[ МЕДИА: схема 02-client-server (6 шагов)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Data Collector ·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E8EAED"/>
                </a:solidFill>
              </a:defRPr>
            </a:pPr>
            <a:r>
              <a:t>Конфиг = сценарий сбора без программирования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Поля (fields) — что спрашиваем: текст, дата, инструкция, фото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Экраны (flow.steps) — в каком порядке показываем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UI-тексты (ui) — подписи и подсказки для сборщика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Визуализация (viz.json) — как показывать пакет в админке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Пример: форма → инструкция → 3 ракурса камеры → проверка → отправка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051560"/>
            <a:ext cx="4754880" cy="5029200"/>
          </a:xfrm>
          <a:prstGeom prst="rect">
            <a:avLst/>
          </a:prstGeom>
          <a:solidFill>
            <a:srgbClr val="252A3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[ МЕДИА: схема 01-abstract-config + JSON-редактор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Data Collector ·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E8EAED"/>
                </a:solidFill>
              </a:defRPr>
            </a:pPr>
            <a:r>
              <a:t>Шаг ① · Админ настраивает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Создаёт проект, привязывает Git (collector/config.json)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Редактирует JSON: поля, flow, медиа-примеры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Назначает сборщиков (Firebase) на проект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Сохраняет → commit + push → конфиг опубликован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Где: Staff Admin → /ui/projects/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051560"/>
            <a:ext cx="4754880" cy="5029200"/>
          </a:xfrm>
          <a:prstGeom prst="rect">
            <a:avLst/>
          </a:prstGeom>
          <a:solidFill>
            <a:srgbClr val="252A3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[ МЕДИА: список проектов · JSON-редактор · пользователи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Data Collector ·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E8EAED"/>
                </a:solidFill>
              </a:defRPr>
            </a:pPr>
            <a:r>
              <a:t>Шаг ② · Конфиг попадает в мобильное 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Сборщик логинится (Firebase)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Приложение запрашивает каталог проектов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Скачивает полный JSON конфига для каждого проекта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Кэширует локально → работает офлайн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Разные конфиги = разные сценарии в одном приложении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051560"/>
            <a:ext cx="4754880" cy="5029200"/>
          </a:xfrm>
          <a:prstGeom prst="rect">
            <a:avLst/>
          </a:prstGeom>
          <a:solidFill>
            <a:srgbClr val="252A3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[ МЕДИА: список проектов МП · форма · камера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Data Collector ·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E8EAED"/>
                </a:solidFill>
              </a:defRPr>
            </a:pPr>
            <a:r>
              <a:t>Шаг ③ · Сборщик собирает и сдаёт пакет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Пакет = поля + фото/файлы + JSON-манифест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Автосохранение черновика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Можно собрать без интернета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При появлении сети — надёжная загрузка на сервер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Один пакет = одна сессия сбора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051560"/>
            <a:ext cx="4754880" cy="5029200"/>
          </a:xfrm>
          <a:prstGeom prst="rect">
            <a:avLst/>
          </a:prstGeom>
          <a:solidFill>
            <a:srgbClr val="252A3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[ МЕДИА: форма · инструкция · review · статус загрузки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Data Collector ·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E8EAED"/>
                </a:solidFill>
              </a:defRPr>
            </a:pPr>
            <a:r>
              <a:t>Шаг ④ · Данные в админке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Данные — поля из конфига, редактирование с историей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Медиа — галерея фото, скачивание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Визуализация — слои из viz.json (keypoints, depth, CVAT…)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История — кто и что менял в пакете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UI админки строится из тех же fields, что и мобилка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051560"/>
            <a:ext cx="4754880" cy="5029200"/>
          </a:xfrm>
          <a:prstGeom prst="rect">
            <a:avLst/>
          </a:prstGeom>
          <a:solidFill>
            <a:srgbClr val="252A3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[ МЕДИА: workspace — 4 вкладки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Data Collector ·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E8EAED"/>
                </a:solidFill>
              </a:defRPr>
            </a:pPr>
            <a:r>
              <a:t>Один продукт — разные кейсы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6217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E8EAED"/>
                </a:solidFill>
              </a:defRPr>
            </a:pPr>
            <a:r>
              <a:t>Пример: сбор GT vs инференс</a:t>
            </a:r>
            <a:br/>
            <a:br/>
            <a:r>
              <a:t>• Разные config.json в Git</a:t>
            </a:r>
            <a:br/>
            <a:r>
              <a:t>• Разный flow в мобилке</a:t>
            </a:r>
            <a:br/>
            <a:r>
              <a:t>• Разные вкладки/слои в админке</a:t>
            </a:r>
            <a:br/>
            <a:br/>
            <a:r>
              <a:t>Новый ML-кейс ≈ новый проект, а не новое приложение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051560"/>
            <a:ext cx="4754880" cy="5029200"/>
          </a:xfrm>
          <a:prstGeom prst="rect">
            <a:avLst/>
          </a:prstGeom>
          <a:solidFill>
            <a:srgbClr val="252A3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[ МЕДИА: два конфига → два UI → два вида в админке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Data Collector ·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E8EAED"/>
                </a:solidFill>
              </a:defRPr>
            </a:pPr>
            <a:r>
              <a:t>Сильные стороны продукта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Config-driven UI — сценарий меняется JSON-ом, без релиза приложения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Offline-first — сбор в поле без сети, надёжная догрузка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Один пакет = полный контекст — метаданные + медиа + версия конфига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Git как source of truth — версионирование, ревью, откат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Расширяемость — viz-плагины, pipeline-результаты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Мультитенант — одна платформа, изолированные проекты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051560"/>
            <a:ext cx="4754880" cy="5029200"/>
          </a:xfrm>
          <a:prstGeom prst="rect">
            <a:avLst/>
          </a:prstGeom>
          <a:solidFill>
            <a:srgbClr val="252A3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[ МЕДИА: platform → project A / B / C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Data Collector ·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E8EAED"/>
                </a:solidFill>
              </a:defRPr>
            </a:pPr>
            <a:r>
              <a:t>Статус и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✅ Staff Admin: проекты, Git-конфиги, пользователи, пакеты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✅ Flutter: синк конфигов, динамический сбор, загрузка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✅ API: каталог, config, upload (blobs → manifest → commit)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✅ Визуализация: viz.json + плагины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🔜 Client-admin как отдельный фронт (если нужно)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🔜 Datapipe-пайlineы из коробки</a:t>
            </a:r>
          </a:p>
          <a:p>
            <a:pPr>
              <a:spcAft>
                <a:spcPts val="800"/>
              </a:spcAft>
              <a:defRPr sz="1700">
                <a:solidFill>
                  <a:srgbClr val="E8EAED"/>
                </a:solidFill>
              </a:defRPr>
            </a:pPr>
            <a:r>
              <a:t>🔜 Обогащённые данные в мобилке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051560"/>
            <a:ext cx="4754880" cy="5029200"/>
          </a:xfrm>
          <a:prstGeom prst="rect">
            <a:avLst/>
          </a:prstGeom>
          <a:solidFill>
            <a:srgbClr val="252A3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[ МЕДИА: ссылка на staging / деплой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Data Collector ·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</a:defRPr>
            </a:pPr>
            <a:r>
              <a:t>Data Collector в одном предложении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</a:defRPr>
            </a:pPr>
            <a:r>
              <a:t>Админ описывает сценарий сбора в JSON → приложение проводит сборщика по шагам → структурированный пакет с медиа попадает в админку → команда видит и анализирует данные без ручной склейки.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B8DEF"/>
                </a:solidFill>
              </a:defRPr>
            </a:pPr>
            <a:r>
              <a:t>CTA: опишите поля и flow — соберём demo-проект под ваш кейс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Data Collector ·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