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9" autoAdjust="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04" y="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572768"/>
            <a:ext cx="2377440" cy="3810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3840480" cy="105156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40480" y="5806440"/>
            <a:ext cx="8351215" cy="105156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8-team-logo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57200"/>
            <a:ext cx="1005840" cy="1005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874519"/>
            <a:ext cx="43891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Передача</a:t>
            </a:r>
            <a:br/>
            <a:r>
              <a:t>сопровождения</a:t>
            </a:r>
            <a:br/>
            <a:r>
              <a:t>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98A82"/>
                </a:solidFill>
              </a:defRPr>
            </a:pPr>
            <a:r>
              <a:t>Программа обучения для full-stack и ML-инженера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4632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C9B5"/>
                </a:solidFill>
              </a:defRPr>
            </a:pPr>
            <a:r>
              <a:t>Korovas · data-collector · datapipe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4892040" y="1417320"/>
            <a:ext cx="1874519" cy="3429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45201" y="4663440"/>
            <a:ext cx="1568196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45201" y="4736592"/>
            <a:ext cx="64008" cy="18288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9793" y="4727448"/>
            <a:ext cx="13487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Съёмка в поле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9464040" y="1508760"/>
            <a:ext cx="2148840" cy="3246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518904" y="4572000"/>
            <a:ext cx="2039112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18904" y="4645152"/>
            <a:ext cx="64008" cy="182880"/>
          </a:xfrm>
          <a:prstGeom prst="rect">
            <a:avLst/>
          </a:prstGeom>
          <a:solidFill>
            <a:srgbClr val="E8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83496" y="4636008"/>
            <a:ext cx="18196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Конфигурация проекта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143000"/>
            <a:ext cx="3063240" cy="370332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94576" y="4663440"/>
            <a:ext cx="2350008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94576" y="4736592"/>
            <a:ext cx="64008" cy="182880"/>
          </a:xfrm>
          <a:prstGeom prst="rect">
            <a:avLst/>
          </a:prstGeom>
          <a:solidFill>
            <a:srgbClr val="3D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168" y="4727448"/>
            <a:ext cx="2130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Визуализация инференса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972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rPr lang="ru-RU" dirty="0"/>
              <a:t>48</a:t>
            </a:r>
            <a:r>
              <a:rPr dirty="0"/>
              <a:t>0 ч · 15 </a:t>
            </a:r>
            <a:r>
              <a:rPr dirty="0" err="1"/>
              <a:t>недель</a:t>
            </a:r>
            <a:r>
              <a:rPr dirty="0"/>
              <a:t> · 2 </a:t>
            </a:r>
            <a:r>
              <a:rPr lang="ru-RU" dirty="0"/>
              <a:t>р</a:t>
            </a:r>
            <a:r>
              <a:rPr dirty="0" err="1"/>
              <a:t>оли</a:t>
            </a:r>
            <a:r>
              <a:rPr dirty="0"/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55555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55555"/>
                </a:solidFill>
              </a:defRPr>
            </a:pPr>
            <a: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Из чего состоит система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И почему обучение строится вокруг пути одного пакета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73152" cy="123444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data-collector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04871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мобильная съёмка, загрузка пакетов, админка, визуализация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73152" cy="1234440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0C99A"/>
                </a:solidFill>
              </a:defRPr>
            </a:pPr>
            <a:r>
              <a:t>datapipe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04871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пайплайны обработки, CVAT, инференс, метрики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3832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73152" cy="1234440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2039111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6B57"/>
                </a:solidFill>
              </a:defRPr>
            </a:pPr>
            <a:r>
              <a:t>слой Korovas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04871"/>
            <a:ext cx="30632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бонитировка КРС, правила съёмки, экспертная оценка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0392" y="4325112"/>
            <a:ext cx="56692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Съёмка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приложение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0319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79775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944367" y="4325112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7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Загрузка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7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пакет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54294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873750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38342" y="4325112"/>
            <a:ext cx="56692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2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Пайплайн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2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datapipe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48269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67725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132317" y="4325112"/>
            <a:ext cx="566928" cy="329184"/>
          </a:xfrm>
          <a:prstGeom prst="round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17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Просмотр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7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визуализация и измерения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42244" y="4727448"/>
            <a:ext cx="182880" cy="0"/>
          </a:xfrm>
          <a:prstGeom prst="line">
            <a:avLst/>
          </a:prstGeom>
          <a:ln w="25400">
            <a:solidFill>
              <a:srgbClr val="131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061700" y="4160520"/>
            <a:ext cx="1874519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226292" y="4325112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2" y="4727448"/>
            <a:ext cx="154533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Протокол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2" y="4983480"/>
            <a:ext cx="15453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5F6673"/>
                </a:solidFill>
              </a:defRPr>
            </a:pPr>
            <a:r>
              <a:t>Монолит и внешние сервисы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Финальный 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0B7C5"/>
                </a:solidFill>
              </a:defRPr>
            </a:pPr>
            <a:r>
              <a:t>Что должна уметь команда после 15 недель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Провести пакет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3055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От съёмки коровы до визуализации инференса в админке.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8775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3464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Диагностировать сбой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8211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Загрузка, хранилище, datapipe, CVAT, пустая визуализация.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3931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8620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Оценить качество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3367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Сравнить модель, GT и экспертную оценку по метрикам.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9087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640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7F240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37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Перенести подход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8523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EB7C7"/>
                </a:solidFill>
              </a:defRPr>
            </a:pPr>
            <a:r>
              <a:t>Повторить сценарий на смежной предметной области, например баранах.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742432"/>
            <a:ext cx="5029200" cy="12700"/>
          </a:xfrm>
          <a:prstGeom prst="rect">
            <a:avLst/>
          </a:prstGeom>
          <a:solidFill>
            <a:srgbClr val="2B3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92040" cy="42519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808976" y="5486400"/>
            <a:ext cx="2350008" cy="329184"/>
          </a:xfrm>
          <a:prstGeom prst="roundRect">
            <a:avLst/>
          </a:prstGeom>
          <a:solidFill>
            <a:srgbClr val="10141C"/>
          </a:solidFill>
          <a:ln w="10160">
            <a:solidFill>
              <a:srgbClr val="35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08976" y="5559552"/>
            <a:ext cx="64008" cy="182880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73568" y="5550408"/>
            <a:ext cx="213055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Визуализация инференса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7C8390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7C8390"/>
                </a:solidFill>
              </a:defRPr>
            </a:pPr>
            <a:r>
              <a:t>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15 недель как три этапа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Внутри остаются 8 блоков roadmap, но маршрут для запуска проще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30352" cy="530352"/>
          </a:xfrm>
          <a:prstGeom prst="ellipse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3161D"/>
                </a:solidFill>
              </a:defRPr>
            </a:pPr>
            <a:r>
              <a:t>Войти в систему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673"/>
                </a:solidFill>
              </a:defRPr>
            </a:pPr>
            <a:r>
              <a:t>нед.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673"/>
                </a:solidFill>
              </a:defRPr>
            </a:pPr>
            <a:r>
              <a:t>Предметная область, инженерная база, архитектура, первый E2E на стенде.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17720" y="2194560"/>
            <a:ext cx="530352" cy="530352"/>
          </a:xfrm>
          <a:prstGeom prst="ellipse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0428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3161D"/>
                </a:solidFill>
              </a:defRPr>
            </a:pPr>
            <a:r>
              <a:t>Разойтись по ролям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520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673"/>
                </a:solidFill>
              </a:defRPr>
            </a:pPr>
            <a:r>
              <a:t>нед. 5–7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673"/>
                </a:solidFill>
              </a:defRPr>
            </a:pPr>
            <a:r>
              <a:t>Full-stack работает с загрузкой и визуализацией, ML — с пайплайном, CVAT и метриками.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34290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21040" y="2194560"/>
            <a:ext cx="530352" cy="530352"/>
          </a:xfrm>
          <a:prstGeom prst="ellipse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230428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III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03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3161D"/>
                </a:solidFill>
              </a:defRPr>
            </a:pPr>
            <a:r>
              <a:t>Принять сопровождение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6673"/>
                </a:solidFill>
              </a:defRPr>
            </a:pPr>
            <a:r>
              <a:t>нед. 8–15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6908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5F6673"/>
                </a:solidFill>
              </a:defRPr>
            </a:pPr>
            <a:r>
              <a:t>Инциденты, production-практика, аттестация, перенос на новую предметку.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Способы передачи знаний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За счёт чего команда погружается в проект и учится сопровождать систему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968" y="2103120"/>
            <a:ext cx="56692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8483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Короткие видео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дают контекст и вводный разбор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90288" y="2103120"/>
            <a:ext cx="56692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8483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Семинары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2316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показываем рабочий процесс на стенде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92024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93608" y="2103120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08483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Практические задания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42316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участник повторяет сценарий на своих руках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6968" y="3611880"/>
            <a:ext cx="566928" cy="329184"/>
          </a:xfrm>
          <a:prstGeom prst="round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9359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Разборы инцидентов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учимся находить причину сбоя по логам и данным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2900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90288" y="3611880"/>
            <a:ext cx="566928" cy="329184"/>
          </a:xfrm>
          <a:prstGeom prst="round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9359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Шаблоны и инструкции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9319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чек-листы, runbook, структура техотчёта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42900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93608" y="3611880"/>
            <a:ext cx="566928" cy="329184"/>
          </a:xfrm>
          <a:prstGeom prst="round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593592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3161D"/>
                </a:solidFill>
              </a:defRPr>
            </a:pPr>
            <a:r>
              <a:t>Ревью результата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93192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F6673"/>
                </a:solidFill>
              </a:defRPr>
            </a:pPr>
            <a:r>
              <a:t>обратная связь и приёмка выполненного задания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035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24EF2"/>
                </a:solidFill>
              </a:defRPr>
            </a:pPr>
            <a:r>
              <a:t>Форматы чередуются: сначала короткое объяснение, затем демонстрация, практика и проверка результата.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9326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3161D"/>
                </a:solidFill>
              </a:defRPr>
            </a:pPr>
            <a:r>
              <a:t>Практическая база и специфика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53312"/>
            <a:ext cx="1645920" cy="6350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F6673"/>
                </a:solidFill>
              </a:defRPr>
            </a:pPr>
            <a:r>
              <a:t>Готовим демо-примеры, локальные стенды и поломанные кейсы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786384"/>
          </a:xfrm>
          <a:prstGeom prst="rect">
            <a:avLst/>
          </a:prstGeom>
          <a:solidFill>
            <a:srgbClr val="20C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0C99A"/>
                </a:solidFill>
              </a:defRPr>
            </a:pPr>
            <a:r>
              <a:t>korovas-datapipe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59152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формирование выборок, оценка метрик, анализ ошибок и работа с пайплайнами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24912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724912"/>
            <a:ext cx="73152" cy="786384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889504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korovas-datacollector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мобильное приложение, админка, загрузка пакетов и связь с datapipe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621024"/>
            <a:ext cx="73152" cy="786384"/>
          </a:xfrm>
          <a:prstGeom prst="rect">
            <a:avLst/>
          </a:prstGeom>
          <a:solidFill>
            <a:srgbClr val="FF6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785616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6B57"/>
                </a:solidFill>
              </a:defRPr>
            </a:pPr>
            <a:r>
              <a:t>korovas-broken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51376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набор намеренно сломанных кейсов: загрузка, datapipe, визуализация, хранилище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17136"/>
            <a:ext cx="525780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517136"/>
            <a:ext cx="73152" cy="786384"/>
          </a:xfrm>
          <a:prstGeom prst="rect">
            <a:avLst/>
          </a:prstGeom>
          <a:solidFill>
            <a:srgbClr val="B7F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68172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F240"/>
                </a:solidFill>
              </a:defRPr>
            </a:pPr>
            <a:r>
              <a:t>локальные стенды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047488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шаблоны конфигураций для локального развёртывания БД, S3 и других сервисов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91640"/>
            <a:ext cx="5349240" cy="41605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19288" y="5669280"/>
            <a:ext cx="1655064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19288" y="5742432"/>
            <a:ext cx="64008" cy="182880"/>
          </a:xfrm>
          <a:prstGeom prst="rect">
            <a:avLst/>
          </a:prstGeom>
          <a:solidFill>
            <a:srgbClr val="224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5733288"/>
            <a:ext cx="143560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13161D"/>
                </a:solidFill>
              </a:defRPr>
            </a:pPr>
            <a:r>
              <a:t>Список пакетов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Финальный roadmap подготовки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002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Собрать учебные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1627632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korovas-training, korovas-broken, примеры для CVAT и инференса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57400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58568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Подготовить конфигурации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286000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шаблоны для локального развёртывания БД, S3, data-collector и datapipe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2715768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16936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rPr dirty="0" err="1"/>
              <a:t>Подготовить</a:t>
            </a:r>
            <a:r>
              <a:rPr dirty="0"/>
              <a:t> </a:t>
            </a:r>
            <a:r>
              <a:rPr lang="ru-RU" dirty="0"/>
              <a:t> </a:t>
            </a:r>
            <a:r>
              <a:rPr dirty="0" err="1"/>
              <a:t>материалы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5166360" y="2944368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микровидео, инструкции, чек-листы, шаблоны техотчётов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3374136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575304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75304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Описать практикумы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602736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E2E, загрузка, визуализация, пайплайн, CVAT, метрики, инциденты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4032504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23367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3367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t>Подготовить задания по ролям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4261104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t>full-stack и ML-инженер, критерии ревью и приёмки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4690872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24EF2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92040"/>
            <a:ext cx="3474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3161D"/>
                </a:solidFill>
              </a:defRPr>
            </a:pPr>
            <a:r>
              <a:rPr lang="ru-RU" dirty="0"/>
              <a:t>Подготовить документацию 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166360" y="4919472"/>
            <a:ext cx="6126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6673"/>
                </a:solidFill>
              </a:defRPr>
            </a:pPr>
            <a:r>
              <a:rPr lang="ru-RU" dirty="0"/>
              <a:t>подробная документация </a:t>
            </a:r>
            <a:r>
              <a:rPr lang="en-US" dirty="0"/>
              <a:t>data-collector </a:t>
            </a:r>
            <a:r>
              <a:rPr lang="ru-RU" dirty="0"/>
              <a:t>и </a:t>
            </a:r>
            <a:r>
              <a:rPr lang="en-US" dirty="0" err="1"/>
              <a:t>datapipe</a:t>
            </a:r>
            <a:r>
              <a:rPr lang="en-US" dirty="0"/>
              <a:t> </a:t>
            </a:r>
            <a:r>
              <a:rPr lang="ru-RU" dirty="0"/>
              <a:t>как фреймворков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1508760" y="5349240"/>
            <a:ext cx="9784080" cy="12700"/>
          </a:xfrm>
          <a:prstGeom prst="rect">
            <a:avLst/>
          </a:prstGeom>
          <a:solidFill>
            <a:srgbClr val="DDD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B6B8B2"/>
                </a:solidFill>
              </a:defRPr>
            </a:pPr>
            <a:r>
              <a:t>Epoch8 · обучение Korovas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B6B8B2"/>
                </a:solidFill>
              </a:defRPr>
            </a:pPr>
            <a: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494</Words>
  <Application>Microsoft Office PowerPoint</Application>
  <PresentationFormat>Широкоэкранный</PresentationFormat>
  <Paragraphs>124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admin</dc:creator>
  <cp:keywords/>
  <dc:description>generated using python-pptx</dc:description>
  <cp:lastModifiedBy>Сметанин Артём Алексеевич</cp:lastModifiedBy>
  <cp:revision>6</cp:revision>
  <dcterms:created xsi:type="dcterms:W3CDTF">2013-01-27T09:14:16Z</dcterms:created>
  <dcterms:modified xsi:type="dcterms:W3CDTF">2026-07-08T10:53:36Z</dcterms:modified>
  <cp:category/>
</cp:coreProperties>
</file>