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2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4360" y="1572768"/>
            <a:ext cx="2377440" cy="3810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806440"/>
            <a:ext cx="3840480" cy="1051560"/>
          </a:xfrm>
          <a:prstGeom prst="rect">
            <a:avLst/>
          </a:prstGeom>
          <a:solidFill>
            <a:srgbClr val="3DB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840480" y="5806440"/>
            <a:ext cx="8351215" cy="105156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8-team-log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5720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1874519"/>
            <a:ext cx="4389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</a:defRPr>
            </a:pPr>
            <a:r>
              <a:t>Передача</a:t>
            </a:r>
            <a:br/>
            <a:r>
              <a:t>сопровождения</a:t>
            </a:r>
            <a:br/>
            <a:r>
              <a:t>системы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C98A82"/>
                </a:solidFill>
              </a:defRPr>
            </a:pPr>
            <a:r>
              <a:t>Программа обучения для full-stack и ML-инженера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46320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AC9B5"/>
                </a:solidFill>
              </a:defRPr>
            </a:pPr>
            <a:r>
              <a:t>Korovas · data-collector · datapipe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4892040" y="1417320"/>
            <a:ext cx="1874519" cy="3429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45201" y="4663440"/>
            <a:ext cx="1568196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45201" y="4736592"/>
            <a:ext cx="64008" cy="18288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09793" y="4727448"/>
            <a:ext cx="13487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Съёмка в поле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9464040" y="1508760"/>
            <a:ext cx="2148840" cy="3246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518904" y="4572000"/>
            <a:ext cx="2039112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518904" y="4645152"/>
            <a:ext cx="64008" cy="18288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83496" y="4636008"/>
            <a:ext cx="181965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Конфигурация проекта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143000"/>
            <a:ext cx="3063240" cy="370332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894576" y="4663440"/>
            <a:ext cx="2350008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94576" y="4736592"/>
            <a:ext cx="64008" cy="182880"/>
          </a:xfrm>
          <a:prstGeom prst="rect">
            <a:avLst/>
          </a:prstGeom>
          <a:solidFill>
            <a:srgbClr val="3DB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168" y="4727448"/>
            <a:ext cx="213055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Визуализация инференса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9728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ru-RU" dirty="0"/>
              <a:t>480</a:t>
            </a:r>
            <a:r>
              <a:rPr dirty="0"/>
              <a:t> ч · 15 </a:t>
            </a:r>
            <a:r>
              <a:rPr dirty="0" err="1"/>
              <a:t>недель</a:t>
            </a:r>
            <a:r>
              <a:rPr dirty="0"/>
              <a:t> · 2 </a:t>
            </a:r>
            <a:r>
              <a:rPr dirty="0" err="1"/>
              <a:t>роли</a:t>
            </a:r>
            <a:r>
              <a:rPr dirty="0"/>
              <a:t> · </a:t>
            </a:r>
            <a:r>
              <a:rPr dirty="0" err="1"/>
              <a:t>учебный</a:t>
            </a:r>
            <a:r>
              <a:rPr dirty="0"/>
              <a:t> </a:t>
            </a:r>
            <a:r>
              <a:rPr dirty="0" err="1"/>
              <a:t>стенд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555555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555555"/>
                </a:solidFill>
              </a:defRPr>
            </a:pPr>
            <a:r>
              <a:t>01/07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Из чего состоит система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И почему обучение строится вокруг пути одного пакета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73152" cy="123444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data-collector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мобильная съёмка, загрузка пакетов, админка, визуализация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874519"/>
            <a:ext cx="73152" cy="1234440"/>
          </a:xfrm>
          <a:prstGeom prst="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0C99A"/>
                </a:solidFill>
              </a:defRPr>
            </a:pPr>
            <a:r>
              <a:t>datapipe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пайплайны обработки, CVAT, инференс, метрики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874519"/>
            <a:ext cx="73152" cy="123444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6B57"/>
                </a:solidFill>
              </a:defRPr>
            </a:pPr>
            <a:r>
              <a:t>слой Korovas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бонитировка КРС, правила съёмки, экспертная оценка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50392" y="4325112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Съёмка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приложение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60319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779775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944367" y="4325112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7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Загрузка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7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пакет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54294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873750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8342" y="4325112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8342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Пайплайн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38342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datapipe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748269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967725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132317" y="4325112"/>
            <a:ext cx="566928" cy="329184"/>
          </a:xfrm>
          <a:prstGeom prst="round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3161D"/>
                </a:solidFill>
              </a:defRPr>
            </a:pPr>
            <a: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17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Просмотр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17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визуализация и измерения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42244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061700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226292" y="4325112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6292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Протокол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6292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Монолит и внешние сервисы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02/07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Финальный результат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0B7C5"/>
                </a:solidFill>
              </a:defRPr>
            </a:pPr>
            <a:r>
              <a:t>Что должна уметь команда после 15 недель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78308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Провести пакет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13055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От съёмки коровы до визуализации инференса в админке.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8775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4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Диагностировать сбой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8211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Загрузка, хранилище, datapipe, CVAT, пустая визуализация.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3931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88620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Оценить качество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23367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Сравнить модель, GT и экспертную оценку по метрикам.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69087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3776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Перенести подход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28523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Повторить сценарий на смежной предметной области, например баранах.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243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42519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808976" y="5486400"/>
            <a:ext cx="2350008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08976" y="5559552"/>
            <a:ext cx="64008" cy="182880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73568" y="5550408"/>
            <a:ext cx="213055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Визуализация инференса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C8390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7C8390"/>
                </a:solidFill>
              </a:defRPr>
            </a:pPr>
            <a:r>
              <a:t>03/07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15 недель как три этапа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Внутри остаются 8 блоков roadmap, но маршрут для запуска проще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2194560"/>
            <a:ext cx="530352" cy="530352"/>
          </a:xfrm>
          <a:prstGeom prst="ellipse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Войти в систему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Предметная область, инженерная база, архитектура, первый E2E на стенде.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17720" y="2194560"/>
            <a:ext cx="530352" cy="530352"/>
          </a:xfrm>
          <a:prstGeom prst="ellipse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Разойтись по ролям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5–7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Full-stack работает с загрузкой и визуализацией, ML — с пайплайном, CVAT и метриками.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321040" y="2194560"/>
            <a:ext cx="530352" cy="530352"/>
          </a:xfrm>
          <a:prstGeom prst="ellipse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Принять сопровождение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8–15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Инциденты, production-практика, аттестация, перенос на новую предметку.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04/07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Способы передачи знаний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За счёт чего команда погружается в проект и учится сопровождать систему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6968" y="2103120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Короткие видео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дают контекст и вводный разбор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90288" y="2103120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Семинары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показываем рабочий процесс на стенде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93608" y="2103120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Практические задания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участник повторяет сценарий на своих руках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86968" y="3611880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Разборы инцидентов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учимся находить причину сбоя по логам и данным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90288" y="3611880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Шаблоны и инструкции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чек-листы, runbook, структура техотчёта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93608" y="3611880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Ревью результата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обратная связь и приёмка выполненного задания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3035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24EF2"/>
                </a:solidFill>
              </a:defRPr>
            </a:pPr>
            <a:r>
              <a:rPr dirty="0" err="1"/>
              <a:t>Форматы</a:t>
            </a:r>
            <a:r>
              <a:rPr dirty="0"/>
              <a:t> </a:t>
            </a:r>
            <a:r>
              <a:rPr dirty="0" err="1"/>
              <a:t>чередуются</a:t>
            </a:r>
            <a:r>
              <a:rPr dirty="0"/>
              <a:t>: </a:t>
            </a:r>
            <a:r>
              <a:rPr dirty="0" err="1"/>
              <a:t>сначала</a:t>
            </a:r>
            <a:r>
              <a:rPr dirty="0"/>
              <a:t> </a:t>
            </a:r>
            <a:r>
              <a:rPr dirty="0" err="1"/>
              <a:t>короткое</a:t>
            </a:r>
            <a:r>
              <a:rPr dirty="0"/>
              <a:t> </a:t>
            </a:r>
            <a:r>
              <a:rPr dirty="0" err="1"/>
              <a:t>объяснение</a:t>
            </a:r>
            <a:r>
              <a:rPr dirty="0"/>
              <a:t>, </a:t>
            </a:r>
            <a:r>
              <a:rPr dirty="0" err="1"/>
              <a:t>затем</a:t>
            </a:r>
            <a:r>
              <a:rPr dirty="0"/>
              <a:t> </a:t>
            </a:r>
            <a:r>
              <a:rPr dirty="0" err="1"/>
              <a:t>демонстрация</a:t>
            </a:r>
            <a:r>
              <a:rPr dirty="0"/>
              <a:t>, </a:t>
            </a:r>
            <a:r>
              <a:rPr dirty="0" err="1"/>
              <a:t>практика</a:t>
            </a:r>
            <a:r>
              <a:rPr dirty="0"/>
              <a:t> и </a:t>
            </a: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результата</a:t>
            </a:r>
            <a:r>
              <a:rPr dirty="0"/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05/07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Практическая база и специфика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Готовим демо-примеры, локальные стенды и поломанные кейсы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73152" cy="786384"/>
          </a:xfrm>
          <a:prstGeom prst="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9339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0C99A"/>
                </a:solidFill>
              </a:defRPr>
            </a:pPr>
            <a:r>
              <a:t>korovas-datapipe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59152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формирование выборок, оценка метрик, анализ ошибок и работа с пайплайнами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24912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724912"/>
            <a:ext cx="73152" cy="786384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korovas-datacollector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мобильное приложение, админка, загрузка пакетов и связь с datapipe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21024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621024"/>
            <a:ext cx="73152" cy="786384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78561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6B57"/>
                </a:solidFill>
              </a:defRPr>
            </a:pPr>
            <a:r>
              <a:t>korovas-broken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51376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набор намеренно сломанных кейсов: загрузка, datapipe, визуализация, хранилище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17136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517136"/>
            <a:ext cx="73152" cy="786384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" y="468172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7F240"/>
                </a:solidFill>
              </a:defRPr>
            </a:pPr>
            <a:r>
              <a:t>локальные стенды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047488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шаблоны конфигураций для локального развёртывания БД, S3 и других сервисов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5349240" cy="41605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019288" y="5669280"/>
            <a:ext cx="1655064" cy="3291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19288" y="5742432"/>
            <a:ext cx="64008" cy="18288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80" y="5733288"/>
            <a:ext cx="143560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13161D"/>
                </a:solidFill>
              </a:defRPr>
            </a:pPr>
            <a:r>
              <a:t>Список пакетов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06/07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Финальный roadmap подготовки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00200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Собрать учебные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627632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korovas-training, korovas-broken, примеры для CVAT и инференса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2057400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58568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конфигурации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286000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шаблоны для локального развёртывания БД, S3, data-collector и datapipe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2715768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916936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16936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стартовые материалы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944368"/>
            <a:ext cx="61264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rPr dirty="0" err="1"/>
              <a:t>видео</a:t>
            </a:r>
            <a:r>
              <a:rPr dirty="0"/>
              <a:t>, </a:t>
            </a:r>
            <a:r>
              <a:rPr dirty="0" err="1"/>
              <a:t>инструкции</a:t>
            </a:r>
            <a:r>
              <a:rPr dirty="0"/>
              <a:t>, </a:t>
            </a:r>
            <a:r>
              <a:rPr dirty="0" err="1"/>
              <a:t>чек-листы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 </a:t>
            </a:r>
            <a:r>
              <a:rPr dirty="0" err="1"/>
              <a:t>техотчётов</a:t>
            </a:r>
            <a:endParaRPr dirty="0"/>
          </a:p>
        </p:txBody>
      </p:sp>
      <p:sp>
        <p:nvSpPr>
          <p:cNvPr id="15" name="Rectangle 14"/>
          <p:cNvSpPr/>
          <p:nvPr/>
        </p:nvSpPr>
        <p:spPr>
          <a:xfrm>
            <a:off x="1508760" y="3374136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75304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75304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Описать практикумы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602736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E2E, загрузка, визуализация, пайплайн, CVAT, метрики, инциденты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08760" y="4032504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33672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33672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задания по ролям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61104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full-stack и ML-инженер, критерии ревью и приёмки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690872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892040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892040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Запустить неделю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919472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демо полного сценария на коровах и первый разбор пути пакета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5349240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07/07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500</Words>
  <Application>Microsoft Office PowerPoint</Application>
  <PresentationFormat>Широкоэкранный</PresentationFormat>
  <Paragraphs>124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admin</dc:creator>
  <cp:keywords/>
  <dc:description>generated using python-pptx</dc:description>
  <cp:lastModifiedBy>Сметанин Артём Алексеевич</cp:lastModifiedBy>
  <cp:revision>7</cp:revision>
  <dcterms:created xsi:type="dcterms:W3CDTF">2013-01-27T09:14:16Z</dcterms:created>
  <dcterms:modified xsi:type="dcterms:W3CDTF">2026-07-09T15:21:19Z</dcterms:modified>
  <cp:category/>
</cp:coreProperties>
</file>