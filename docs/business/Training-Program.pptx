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104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1572768"/>
            <a:ext cx="2377440" cy="3810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457200"/>
            <a:ext cx="685800" cy="685800"/>
          </a:xfrm>
          <a:prstGeom prst="ellipse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3840480" cy="1051560"/>
          </a:xfrm>
          <a:prstGeom prst="rect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0" y="5806440"/>
            <a:ext cx="8351215" cy="105156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8-team-log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720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874519"/>
            <a:ext cx="43891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Передача</a:t>
            </a:r>
            <a:br/>
            <a:r>
              <a:t>сопровождения</a:t>
            </a:r>
            <a:br/>
            <a:r>
              <a:t>системы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98A82"/>
                </a:solidFill>
              </a:defRPr>
            </a:pPr>
            <a:r>
              <a:t>Программа обучения для full-stack и ML-инженера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C9B5"/>
                </a:solidFill>
              </a:defRPr>
            </a:pPr>
            <a:r>
              <a:t>Korovas · data-collector · datapipe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685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7A828C"/>
                </a:solidFill>
              </a:defRPr>
            </a:pPr>
            <a:r>
              <a:t>data-collector · datapipe · CVAT · инференс · эксплуатация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4892040" y="1417320"/>
            <a:ext cx="1874519" cy="3429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45201" y="4663440"/>
            <a:ext cx="1568196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45201" y="4736592"/>
            <a:ext cx="64008" cy="18288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9793" y="4727448"/>
            <a:ext cx="13487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Съёмка в поле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9464040" y="1508760"/>
            <a:ext cx="2148840" cy="3246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518904" y="4572000"/>
            <a:ext cx="2039112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18904" y="4645152"/>
            <a:ext cx="64008" cy="18288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83496" y="4636008"/>
            <a:ext cx="18196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Конфигурация проекта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143000"/>
            <a:ext cx="3063240" cy="37033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94576" y="4663440"/>
            <a:ext cx="2350008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94576" y="4736592"/>
            <a:ext cx="64008" cy="182880"/>
          </a:xfrm>
          <a:prstGeom prst="rect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8" y="4727448"/>
            <a:ext cx="21305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Визуализация инференса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300 ч · 15 недель · 2 роли · учебный 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55555"/>
                </a:solidFill>
              </a:defRPr>
            </a:pPr>
            <a:r>
              <a:t>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Из чего состоит 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И почему обучение строится вокруг пути одного пакета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123444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3911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data-collector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04871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мобильная съёмка, загрузка пакетов, админка, визуализация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83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73152" cy="123444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03911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0C99A"/>
                </a:solidFill>
              </a:defRPr>
            </a:pPr>
            <a:r>
              <a:t>datapipe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04871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пайплайны обработки, CVAT, инференс, метрики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83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73152" cy="123444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03911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6B57"/>
                </a:solidFill>
              </a:defRPr>
            </a:pPr>
            <a:r>
              <a:t>слой Korovas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04871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бонитировка КРС, правила съёмки, экспертная оценка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0392" y="4325112"/>
            <a:ext cx="56692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Съёмка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приложение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19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79775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44367" y="4325112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7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Загрузка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7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пакет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54294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873750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38342" y="4325112"/>
            <a:ext cx="56692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2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Пайплайн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2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datapipe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48269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67725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132317" y="4325112"/>
            <a:ext cx="566928" cy="329184"/>
          </a:xfrm>
          <a:prstGeom prst="round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7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Просмотр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7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визуализация и измерения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42244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61700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226292" y="4325112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2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Протокол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2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Монолит и внешние сервисы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02/07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Финальный результат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Что должна уметь команда после 15 недель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Провести пакет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3055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От съёмки коровы до визуализации инференса в админке.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8775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346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Диагностировать сбой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821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Загрузка, хранилище, datapipe, CVAT, пустая визуализация.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3931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862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Оценить качество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3367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Сравнить модель, GT и экспертную оценку по метрикам.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9087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Перенести подход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28523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Повторить сценарий на смежной предметной области, например баранах.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4243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892040" cy="42519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808976" y="5486400"/>
            <a:ext cx="2350008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08976" y="5559552"/>
            <a:ext cx="64008" cy="18288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73568" y="5550408"/>
            <a:ext cx="21305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Визуализация инференса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03/07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15 недель как три этапа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Внутри остаются 8 блоков roadmap, но маршрут для запуска проще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30352" cy="530352"/>
          </a:xfrm>
          <a:prstGeom prst="ellipse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3161D"/>
                </a:solidFill>
              </a:defRPr>
            </a:pPr>
            <a:r>
              <a:t>Войти в систему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6673"/>
                </a:solidFill>
              </a:defRPr>
            </a:pPr>
            <a:r>
              <a:t>нед. 1–4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673"/>
                </a:solidFill>
              </a:defRPr>
            </a:pPr>
            <a:r>
              <a:t>Предметная область, инженерная база, архитектура, первый E2E на стенде.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2194560"/>
            <a:ext cx="530352" cy="530352"/>
          </a:xfrm>
          <a:prstGeom prst="ellipse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30428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3161D"/>
                </a:solidFill>
              </a:defRPr>
            </a:pPr>
            <a:r>
              <a:t>Разойтись по ролям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5204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6673"/>
                </a:solidFill>
              </a:defRPr>
            </a:pPr>
            <a:r>
              <a:t>нед. 5–7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0690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673"/>
                </a:solidFill>
              </a:defRPr>
            </a:pPr>
            <a:r>
              <a:t>Full-stack работает с загрузкой и визуализацией, ML — с пайплайном, CVAT и метриками.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2024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21040" y="2194560"/>
            <a:ext cx="530352" cy="530352"/>
          </a:xfrm>
          <a:prstGeom prst="ellipse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30428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3161D"/>
                </a:solidFill>
              </a:defRPr>
            </a:pPr>
            <a:r>
              <a:t>Принять сопровождение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6673"/>
                </a:solidFill>
              </a:defRPr>
            </a:pPr>
            <a:r>
              <a:t>нед. 8–15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690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673"/>
                </a:solidFill>
              </a:defRPr>
            </a:pPr>
            <a:r>
              <a:t>Инциденты, production-практика, аттестация, перенос на новую предметку.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04/07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Способы передачи знаний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За счёт чего команда погружается в проект и учится сопровождать систему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968" y="2103120"/>
            <a:ext cx="56692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8483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Короткие видео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дают контекст и вводный разбор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90288" y="2103120"/>
            <a:ext cx="56692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8483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Семинары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2316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показываем рабочий процесс на стенде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2024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93608" y="2103120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8483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Практические задания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42316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участник повторяет сценарий на своих руках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6968" y="3611880"/>
            <a:ext cx="56692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9359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Разборы инцидентов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учимся находить причину сбоя по логам и данным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2900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90288" y="3611880"/>
            <a:ext cx="56692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59359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Шаблоны и инструкции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9319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чек-листы, runbook, структура техотчёта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42900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93608" y="3611880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59359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Ревью результата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9319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обратная связь и приёмка выполненного задания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035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24EF2"/>
                </a:solidFill>
              </a:defRPr>
            </a:pPr>
            <a:r>
              <a:t>Форматы чередуются: сначала короткое объяснение, затем демонстрация, практика и проверка результата.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05/07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Практическая база и специфика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Готовим демо-примеры, локальные стенды и поломанные кейсы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786384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0C99A"/>
                </a:solidFill>
              </a:defRPr>
            </a:pPr>
            <a:r>
              <a:t>korovas-datapipe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59152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формирование выборок, оценка метрик, анализ ошибок и работа с пайплайнами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24912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724912"/>
            <a:ext cx="73152" cy="786384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88950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korovas-datacollector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55264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мобильное приложение, админка, загрузка пакетов и связь с datapipe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21024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621024"/>
            <a:ext cx="73152" cy="786384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78561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6B57"/>
                </a:solidFill>
              </a:defRPr>
            </a:pPr>
            <a:r>
              <a:t>korovas-broken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51376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набор намеренно сломанных кейсов: загрузка, datapipe, визуализация, хранилище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17136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517136"/>
            <a:ext cx="73152" cy="786384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68172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F240"/>
                </a:solidFill>
              </a:defRPr>
            </a:pPr>
            <a:r>
              <a:t>локальные стенды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047488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шаблоны конфигураций для локального развёртывания БД, S3 и других сервисов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349240" cy="41605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019288" y="5669280"/>
            <a:ext cx="165506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19288" y="5742432"/>
            <a:ext cx="64008" cy="18288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5733288"/>
            <a:ext cx="143560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Список пакетов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06/07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Финальный roadmap подготовки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002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Собрать учебные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627632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korovas-training, korovas-broken, примеры для CVAT и инференса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57400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5856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Подготовить конфигурации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286000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шаблоны для локального развёртывания БД, S3, data-collector и datapipe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715768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16936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Подготовить стартовые материалы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944368"/>
            <a:ext cx="6126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rPr dirty="0" err="1"/>
              <a:t>видео</a:t>
            </a:r>
            <a:r>
              <a:rPr dirty="0"/>
              <a:t>, </a:t>
            </a:r>
            <a:r>
              <a:rPr dirty="0" err="1"/>
              <a:t>инструкции</a:t>
            </a:r>
            <a:r>
              <a:rPr dirty="0"/>
              <a:t>, </a:t>
            </a:r>
            <a:r>
              <a:rPr dirty="0" err="1"/>
              <a:t>чек-листы</a:t>
            </a:r>
            <a:r>
              <a:rPr dirty="0"/>
              <a:t>, </a:t>
            </a:r>
            <a:r>
              <a:rPr dirty="0" err="1"/>
              <a:t>шаблоны</a:t>
            </a:r>
            <a:r>
              <a:rPr dirty="0"/>
              <a:t> </a:t>
            </a:r>
            <a:r>
              <a:rPr dirty="0" err="1"/>
              <a:t>техотчётов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508760" y="3374136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75304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75304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Описать практикумы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602736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E2E, загрузка, визуализация, пайплайн, CVAT, метрики, инциденты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4032504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3367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3367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Подготовить задания по ролям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261104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full-stack и ML-инженер, критерии ревью и приёмки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4690872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920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Запустить неделю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919472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демо полного сценария на коровах и первый разбор пути пакета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349240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509</Words>
  <Application>Microsoft Office PowerPoint</Application>
  <PresentationFormat>Широкоэкранный</PresentationFormat>
  <Paragraphs>125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Сметанин Артём Алексеевич</cp:lastModifiedBy>
  <cp:revision>2</cp:revision>
  <dcterms:created xsi:type="dcterms:W3CDTF">2013-01-27T09:14:16Z</dcterms:created>
  <dcterms:modified xsi:type="dcterms:W3CDTF">2026-07-08T10:53:15Z</dcterms:modified>
  <cp:category/>
</cp:coreProperties>
</file>